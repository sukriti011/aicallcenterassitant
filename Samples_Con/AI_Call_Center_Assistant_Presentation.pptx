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Call Center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 call center conversations into structured insights using AI.</a:t>
            </a:r>
          </a:p>
          <a:p/>
          <a:p>
            <a:r>
              <a:t>• Audio / Transcript Input</a:t>
            </a:r>
          </a:p>
          <a:p>
            <a:r>
              <a:t>• AI-driven analysis</a:t>
            </a:r>
          </a:p>
          <a:p>
            <a:r>
              <a:t>• Actionable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Streamlit UI → FastAPI → LangGraph Agents → OpenAI (Whisper + GPT) → Dashboard</a:t>
            </a:r>
          </a:p>
          <a:p/>
          <a:p>
            <a:r>
              <a:t>Modular and scalable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Intake Agent – Identify input type</a:t>
            </a:r>
          </a:p>
          <a:p>
            <a:r>
              <a:t>• Transcription Agent – Speech to text</a:t>
            </a:r>
          </a:p>
          <a:p>
            <a:r>
              <a:t>• Summarization Agent – Generate insights</a:t>
            </a:r>
          </a:p>
          <a:p>
            <a:r>
              <a:t>• QA Agent – Score quality</a:t>
            </a:r>
          </a:p>
          <a:p>
            <a:r>
              <a:t>• Routing Agent – Decide next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Transcript</a:t>
            </a:r>
          </a:p>
          <a:p>
            <a:r>
              <a:t>• Summary</a:t>
            </a:r>
          </a:p>
          <a:p>
            <a:r>
              <a:t>• QA Score</a:t>
            </a:r>
          </a:p>
          <a:p>
            <a:r>
              <a:t>• Action Items</a:t>
            </a:r>
          </a:p>
          <a:p>
            <a:r>
              <a:t>• Workflow Trace</a:t>
            </a:r>
          </a:p>
          <a:p/>
          <a:p>
            <a:r>
              <a:t>Helps automate call center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Work: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Hallucination detection</a:t>
            </a:r>
          </a:p>
          <a:p>
            <a:r>
              <a:t>• Toxicity &amp; compliance filters</a:t>
            </a:r>
          </a:p>
          <a:p>
            <a:r>
              <a:t>• Confidence scoring</a:t>
            </a:r>
          </a:p>
          <a:p>
            <a:r>
              <a:t>• Human-in-the-loop review</a:t>
            </a:r>
          </a:p>
          <a:p>
            <a:r>
              <a:t>• PII masking &amp; security controls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